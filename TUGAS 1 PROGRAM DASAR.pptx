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729464"/>
            <a:ext cx="6815669" cy="1515533"/>
          </a:xfrm>
        </p:spPr>
        <p:txBody>
          <a:bodyPr/>
          <a:lstStyle/>
          <a:p>
            <a:r>
              <a:rPr lang="id-ID" dirty="0" smtClean="0"/>
              <a:t>“</a:t>
            </a:r>
            <a:r>
              <a:rPr lang="id-ID" b="1" dirty="0" smtClean="0"/>
              <a:t>Mencari Luas Segitiga</a:t>
            </a:r>
            <a:r>
              <a:rPr lang="id-ID" dirty="0" smtClean="0"/>
              <a:t>”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id-ID" b="1" dirty="0" smtClean="0"/>
              <a:t>Nama</a:t>
            </a:r>
            <a:r>
              <a:rPr lang="id-ID" dirty="0" smtClean="0"/>
              <a:t> 	: Muhammad Irham Taufik</a:t>
            </a:r>
            <a:br>
              <a:rPr lang="id-ID" dirty="0" smtClean="0"/>
            </a:br>
            <a:r>
              <a:rPr lang="id-ID" b="1" dirty="0" smtClean="0"/>
              <a:t>Tugas</a:t>
            </a:r>
            <a:r>
              <a:rPr lang="id-ID" dirty="0" smtClean="0"/>
              <a:t>	: Membuat “</a:t>
            </a:r>
            <a:r>
              <a:rPr lang="id-ID" b="1" dirty="0" smtClean="0"/>
              <a:t>Algoritma Dan Pseudocode</a:t>
            </a:r>
            <a:r>
              <a:rPr lang="id-ID" dirty="0" smtClean="0"/>
              <a:t>”</a:t>
            </a:r>
            <a:br>
              <a:rPr lang="id-ID" dirty="0" smtClean="0"/>
            </a:br>
            <a:r>
              <a:rPr lang="id-ID" b="1" dirty="0" smtClean="0"/>
              <a:t>Matkul</a:t>
            </a:r>
            <a:r>
              <a:rPr lang="id-ID" dirty="0" smtClean="0"/>
              <a:t>	: Program Dasar</a:t>
            </a:r>
            <a:br>
              <a:rPr lang="id-ID" dirty="0" smtClean="0"/>
            </a:br>
            <a:r>
              <a:rPr lang="id-ID" b="1" dirty="0" smtClean="0"/>
              <a:t>NPM	</a:t>
            </a:r>
            <a:r>
              <a:rPr lang="id-ID" dirty="0"/>
              <a:t>:</a:t>
            </a:r>
            <a:r>
              <a:rPr lang="id-ID" b="1" dirty="0" smtClean="0"/>
              <a:t> 2514375012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380232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5400" b="1" u="sng" dirty="0" smtClean="0"/>
              <a:t>ALGORITMA</a:t>
            </a:r>
            <a:endParaRPr lang="id-ID" sz="54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1.</a:t>
            </a:r>
            <a:r>
              <a:rPr lang="id-ID" dirty="0"/>
              <a:t> Mulai</a:t>
            </a:r>
          </a:p>
          <a:p>
            <a:r>
              <a:rPr lang="id-ID" b="1" dirty="0"/>
              <a:t>2.</a:t>
            </a:r>
            <a:r>
              <a:rPr lang="id-ID" dirty="0"/>
              <a:t> Masukkan nilai alas</a:t>
            </a:r>
          </a:p>
          <a:p>
            <a:r>
              <a:rPr lang="id-ID" b="1" dirty="0"/>
              <a:t>3.</a:t>
            </a:r>
            <a:r>
              <a:rPr lang="id-ID" dirty="0"/>
              <a:t> Masukkan nilai tinggi</a:t>
            </a:r>
          </a:p>
          <a:p>
            <a:r>
              <a:rPr lang="id-ID" b="1" dirty="0"/>
              <a:t>4. </a:t>
            </a:r>
            <a:r>
              <a:rPr lang="id-ID" dirty="0"/>
              <a:t>Hitung luas = (alas × tinggi) / 2</a:t>
            </a:r>
          </a:p>
          <a:p>
            <a:r>
              <a:rPr lang="id-ID" b="1" dirty="0"/>
              <a:t>5.</a:t>
            </a:r>
            <a:r>
              <a:rPr lang="id-ID" dirty="0"/>
              <a:t> Tampilkan hasil luas</a:t>
            </a:r>
          </a:p>
          <a:p>
            <a:r>
              <a:rPr lang="id-ID" b="1" dirty="0"/>
              <a:t>6.</a:t>
            </a:r>
            <a:r>
              <a:rPr lang="id-ID" dirty="0"/>
              <a:t> Selesai</a:t>
            </a:r>
          </a:p>
        </p:txBody>
      </p:sp>
    </p:spTree>
    <p:extLst>
      <p:ext uri="{BB962C8B-B14F-4D97-AF65-F5344CB8AC3E}">
        <p14:creationId xmlns:p14="http://schemas.microsoft.com/office/powerpoint/2010/main" val="404016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5400" b="1" u="sng" dirty="0" smtClean="0"/>
              <a:t>PSEUDOCODE</a:t>
            </a:r>
            <a:endParaRPr lang="id-ID" sz="54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Mulai</a:t>
            </a:r>
          </a:p>
          <a:p>
            <a:r>
              <a:rPr lang="id-ID" dirty="0"/>
              <a:t>    </a:t>
            </a:r>
            <a:r>
              <a:rPr lang="id-ID" dirty="0">
                <a:solidFill>
                  <a:srgbClr val="FF0000"/>
                </a:solidFill>
              </a:rPr>
              <a:t>Input</a:t>
            </a:r>
            <a:r>
              <a:rPr lang="id-ID" dirty="0"/>
              <a:t> alas</a:t>
            </a:r>
          </a:p>
          <a:p>
            <a:r>
              <a:rPr lang="id-ID" dirty="0"/>
              <a:t>    </a:t>
            </a:r>
            <a:r>
              <a:rPr lang="id-ID" dirty="0">
                <a:solidFill>
                  <a:srgbClr val="FF0000"/>
                </a:solidFill>
              </a:rPr>
              <a:t>Input</a:t>
            </a:r>
            <a:r>
              <a:rPr lang="id-ID" dirty="0"/>
              <a:t> tinggi</a:t>
            </a:r>
          </a:p>
          <a:p>
            <a:r>
              <a:rPr lang="id-ID" dirty="0"/>
              <a:t>    luas ← (alas × tinggi) / </a:t>
            </a:r>
            <a:r>
              <a:rPr lang="id-ID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  <a:p>
            <a:r>
              <a:rPr lang="id-ID" dirty="0"/>
              <a:t>    Output luas</a:t>
            </a:r>
          </a:p>
          <a:p>
            <a:r>
              <a:rPr lang="id-ID" dirty="0"/>
              <a:t>Selesai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880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5400" b="1" u="sng" dirty="0" smtClean="0"/>
              <a:t>PYTON</a:t>
            </a:r>
            <a:endParaRPr lang="id-ID" sz="54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id-ID" sz="1900" dirty="0">
                <a:solidFill>
                  <a:schemeClr val="bg2">
                    <a:lumMod val="75000"/>
                  </a:schemeClr>
                </a:solidFill>
              </a:rPr>
              <a:t># Program menghitung luas segitiga</a:t>
            </a:r>
          </a:p>
          <a:p>
            <a:endParaRPr lang="id-ID" sz="1900" dirty="0"/>
          </a:p>
          <a:p>
            <a:r>
              <a:rPr lang="id-ID" sz="1900" dirty="0">
                <a:solidFill>
                  <a:schemeClr val="bg2">
                    <a:lumMod val="75000"/>
                  </a:schemeClr>
                </a:solidFill>
              </a:rPr>
              <a:t># Input alas dan tinggi dari pengguna</a:t>
            </a:r>
          </a:p>
          <a:p>
            <a:r>
              <a:rPr lang="id-ID" sz="1900" dirty="0"/>
              <a:t>alas = </a:t>
            </a:r>
            <a:r>
              <a:rPr lang="id-ID" sz="1900" dirty="0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id-ID" sz="1900" dirty="0">
                <a:solidFill>
                  <a:schemeClr val="tx1"/>
                </a:solidFill>
              </a:rPr>
              <a:t>(</a:t>
            </a:r>
            <a:r>
              <a:rPr lang="id-ID" sz="1900" dirty="0">
                <a:solidFill>
                  <a:schemeClr val="accent6">
                    <a:lumMod val="50000"/>
                  </a:schemeClr>
                </a:solidFill>
              </a:rPr>
              <a:t>input</a:t>
            </a:r>
            <a:r>
              <a:rPr lang="id-ID" sz="1900" dirty="0">
                <a:solidFill>
                  <a:srgbClr val="00B050"/>
                </a:solidFill>
              </a:rPr>
              <a:t>("Masukkan panjang alas: "</a:t>
            </a:r>
            <a:r>
              <a:rPr lang="id-ID" sz="1900" dirty="0"/>
              <a:t>))</a:t>
            </a:r>
          </a:p>
          <a:p>
            <a:r>
              <a:rPr lang="id-ID" sz="1900" dirty="0"/>
              <a:t>tinggi </a:t>
            </a:r>
            <a:r>
              <a:rPr lang="id-ID" sz="1900" dirty="0" smtClean="0"/>
              <a:t>=</a:t>
            </a:r>
            <a:r>
              <a:rPr lang="id-ID" sz="1900" dirty="0" smtClean="0">
                <a:solidFill>
                  <a:schemeClr val="accent6">
                    <a:lumMod val="50000"/>
                  </a:schemeClr>
                </a:solidFill>
              </a:rPr>
              <a:t> float</a:t>
            </a:r>
            <a:r>
              <a:rPr lang="id-ID" sz="1900" dirty="0" smtClean="0">
                <a:solidFill>
                  <a:schemeClr val="tx1"/>
                </a:solidFill>
              </a:rPr>
              <a:t>(</a:t>
            </a:r>
            <a:r>
              <a:rPr lang="id-ID" sz="1900" dirty="0" smtClean="0">
                <a:solidFill>
                  <a:schemeClr val="accent6">
                    <a:lumMod val="50000"/>
                  </a:schemeClr>
                </a:solidFill>
              </a:rPr>
              <a:t>input</a:t>
            </a:r>
            <a:r>
              <a:rPr lang="id-ID" sz="1900" dirty="0" smtClean="0">
                <a:solidFill>
                  <a:schemeClr val="tx1"/>
                </a:solidFill>
              </a:rPr>
              <a:t>(</a:t>
            </a:r>
            <a:r>
              <a:rPr lang="id-ID" sz="1900" dirty="0" smtClean="0">
                <a:solidFill>
                  <a:srgbClr val="00B050"/>
                </a:solidFill>
              </a:rPr>
              <a:t>"</a:t>
            </a:r>
            <a:r>
              <a:rPr lang="id-ID" sz="1900" dirty="0">
                <a:solidFill>
                  <a:srgbClr val="00B050"/>
                </a:solidFill>
              </a:rPr>
              <a:t>Masukkan tinggi: </a:t>
            </a:r>
            <a:r>
              <a:rPr lang="id-ID" sz="1900" dirty="0" smtClean="0">
                <a:solidFill>
                  <a:schemeClr val="tx1"/>
                </a:solidFill>
              </a:rPr>
              <a:t>“))</a:t>
            </a:r>
            <a:endParaRPr lang="id-ID" sz="1900" dirty="0">
              <a:solidFill>
                <a:schemeClr val="tx1"/>
              </a:solidFill>
            </a:endParaRPr>
          </a:p>
          <a:p>
            <a:endParaRPr lang="id-ID" dirty="0"/>
          </a:p>
          <a:p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id-ID" dirty="0"/>
          </a:p>
          <a:p>
            <a:r>
              <a:rPr lang="id-ID" sz="1800" dirty="0">
                <a:solidFill>
                  <a:schemeClr val="bg2">
                    <a:lumMod val="75000"/>
                  </a:schemeClr>
                </a:solidFill>
              </a:rPr>
              <a:t># Hitung luas segitiga</a:t>
            </a:r>
          </a:p>
          <a:p>
            <a:r>
              <a:rPr lang="id-ID" sz="1800" dirty="0"/>
              <a:t>luas = </a:t>
            </a:r>
            <a:r>
              <a:rPr lang="id-ID" sz="1800" dirty="0">
                <a:solidFill>
                  <a:schemeClr val="accent6">
                    <a:lumMod val="50000"/>
                  </a:schemeClr>
                </a:solidFill>
              </a:rPr>
              <a:t>0.5</a:t>
            </a:r>
            <a:r>
              <a:rPr lang="id-ID" sz="1800" dirty="0"/>
              <a:t> * alas * tinggi</a:t>
            </a:r>
          </a:p>
          <a:p>
            <a:endParaRPr lang="id-ID" sz="1800" dirty="0"/>
          </a:p>
          <a:p>
            <a:r>
              <a:rPr lang="id-ID" sz="1800" dirty="0">
                <a:solidFill>
                  <a:schemeClr val="bg2">
                    <a:lumMod val="75000"/>
                  </a:schemeClr>
                </a:solidFill>
              </a:rPr>
              <a:t># Tampilkan hasil</a:t>
            </a:r>
          </a:p>
          <a:p>
            <a:r>
              <a:rPr lang="id-ID" sz="1800" dirty="0" smtClean="0">
                <a:solidFill>
                  <a:schemeClr val="accent6">
                    <a:lumMod val="50000"/>
                  </a:schemeClr>
                </a:solidFill>
              </a:rPr>
              <a:t>print</a:t>
            </a:r>
            <a:r>
              <a:rPr lang="id-ID" sz="1800" dirty="0">
                <a:solidFill>
                  <a:schemeClr val="tx1"/>
                </a:solidFill>
              </a:rPr>
              <a:t>(</a:t>
            </a:r>
            <a:r>
              <a:rPr lang="id-ID" sz="1800" dirty="0" smtClean="0">
                <a:solidFill>
                  <a:srgbClr val="00B050"/>
                </a:solidFill>
              </a:rPr>
              <a:t>"Luas </a:t>
            </a:r>
            <a:r>
              <a:rPr lang="id-ID" sz="1800" dirty="0">
                <a:solidFill>
                  <a:srgbClr val="00B050"/>
                </a:solidFill>
              </a:rPr>
              <a:t>segitiga adalah</a:t>
            </a:r>
            <a:r>
              <a:rPr lang="id-ID" sz="1800" dirty="0" smtClean="0">
                <a:solidFill>
                  <a:srgbClr val="00B050"/>
                </a:solidFill>
              </a:rPr>
              <a:t>:“</a:t>
            </a:r>
            <a:r>
              <a:rPr lang="id-ID" sz="1800" dirty="0" smtClean="0">
                <a:solidFill>
                  <a:schemeClr val="tx1"/>
                </a:solidFill>
              </a:rPr>
              <a:t>,</a:t>
            </a:r>
            <a:r>
              <a:rPr lang="id-ID" sz="1800" dirty="0" smtClean="0">
                <a:solidFill>
                  <a:srgbClr val="00B050"/>
                </a:solidFill>
              </a:rPr>
              <a:t> </a:t>
            </a:r>
            <a:r>
              <a:rPr lang="id-ID" sz="1800" dirty="0"/>
              <a:t>luas)</a:t>
            </a:r>
          </a:p>
          <a:p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77339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8800" b="1" u="sng" dirty="0" smtClean="0"/>
              <a:t>TERIMAKASI</a:t>
            </a:r>
            <a:endParaRPr lang="id-ID" sz="8800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1575955"/>
          </a:xfrm>
        </p:spPr>
        <p:txBody>
          <a:bodyPr>
            <a:normAutofit fontScale="92500"/>
          </a:bodyPr>
          <a:lstStyle/>
          <a:p>
            <a:pPr algn="l"/>
            <a:r>
              <a:rPr lang="id-ID" dirty="0" smtClean="0"/>
              <a:t>UNIVERSITAS	: PANCA BUDI</a:t>
            </a:r>
            <a:br>
              <a:rPr lang="id-ID" dirty="0" smtClean="0"/>
            </a:br>
            <a:r>
              <a:rPr lang="id-ID" dirty="0" smtClean="0"/>
              <a:t>PRODI			: SISTEM INFORMASI</a:t>
            </a:r>
            <a:br>
              <a:rPr lang="id-ID" dirty="0" smtClean="0"/>
            </a:br>
            <a:r>
              <a:rPr lang="id-ID" dirty="0" smtClean="0"/>
              <a:t>NPM			: 2514375012</a:t>
            </a:r>
            <a:br>
              <a:rPr lang="id-ID" dirty="0" smtClean="0"/>
            </a:br>
            <a:r>
              <a:rPr lang="id-ID" dirty="0" smtClean="0"/>
              <a:t>FAKULTAS		: FAKULTAS SAINS DAN TEKNOLOGI DIGITAL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3961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sz="6000" b="1" u="sng" dirty="0" smtClean="0"/>
              <a:t>Bilangan Positif, Negatif, atau Nol</a:t>
            </a:r>
            <a:endParaRPr lang="id-ID" sz="60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017434"/>
          </a:xfrm>
        </p:spPr>
        <p:txBody>
          <a:bodyPr>
            <a:noAutofit/>
          </a:bodyPr>
          <a:lstStyle/>
          <a:p>
            <a:pPr algn="l"/>
            <a:r>
              <a:rPr lang="id-ID" sz="1800" b="1" dirty="0" smtClean="0"/>
              <a:t>Nama	: </a:t>
            </a:r>
            <a:r>
              <a:rPr lang="id-ID" sz="1800" dirty="0" smtClean="0"/>
              <a:t>Muhammad Irham Taufik</a:t>
            </a:r>
            <a:r>
              <a:rPr lang="id-ID" sz="1800" b="1" dirty="0" smtClean="0"/>
              <a:t/>
            </a:r>
            <a:br>
              <a:rPr lang="id-ID" sz="1800" b="1" dirty="0" smtClean="0"/>
            </a:br>
            <a:r>
              <a:rPr lang="id-ID" sz="1800" b="1" dirty="0" smtClean="0"/>
              <a:t>Tugas	: </a:t>
            </a:r>
            <a:r>
              <a:rPr lang="id-ID" sz="1800" dirty="0" smtClean="0"/>
              <a:t>Buatlah </a:t>
            </a:r>
            <a:r>
              <a:rPr lang="id-ID" sz="1800" b="1" dirty="0" smtClean="0"/>
              <a:t>Pseudocode</a:t>
            </a:r>
            <a:r>
              <a:rPr lang="id-ID" sz="1800" dirty="0" smtClean="0"/>
              <a:t> untuk menentukan apakah sebuah </a:t>
            </a:r>
            <a:br>
              <a:rPr lang="id-ID" sz="1800" dirty="0" smtClean="0"/>
            </a:br>
            <a:r>
              <a:rPr lang="id-ID" sz="1800" dirty="0" smtClean="0"/>
              <a:t>		  Bilangan yang Di Input adalah </a:t>
            </a:r>
            <a:r>
              <a:rPr lang="id-ID" sz="1800" b="1" dirty="0" smtClean="0"/>
              <a:t>Postif, Negatif, </a:t>
            </a:r>
            <a:r>
              <a:rPr lang="id-ID" sz="1800" dirty="0" smtClean="0"/>
              <a:t>Atau </a:t>
            </a:r>
            <a:r>
              <a:rPr lang="id-ID" sz="1800" b="1" dirty="0" smtClean="0"/>
              <a:t>Nol</a:t>
            </a:r>
            <a:r>
              <a:rPr lang="id-ID" sz="1800" dirty="0" smtClean="0"/>
              <a:t>	</a:t>
            </a:r>
            <a:r>
              <a:rPr lang="id-ID" sz="1800" b="1" dirty="0" smtClean="0"/>
              <a:t/>
            </a:r>
            <a:br>
              <a:rPr lang="id-ID" sz="1800" b="1" dirty="0" smtClean="0"/>
            </a:br>
            <a:r>
              <a:rPr lang="id-ID" sz="1800" b="1" dirty="0" smtClean="0"/>
              <a:t>Matkul	: </a:t>
            </a:r>
            <a:r>
              <a:rPr lang="id-ID" sz="1800" dirty="0" smtClean="0"/>
              <a:t>Program Dasar</a:t>
            </a:r>
            <a:r>
              <a:rPr lang="id-ID" sz="1800" b="1" dirty="0" smtClean="0"/>
              <a:t/>
            </a:r>
            <a:br>
              <a:rPr lang="id-ID" sz="1800" b="1" dirty="0" smtClean="0"/>
            </a:br>
            <a:r>
              <a:rPr lang="id-ID" sz="1800" b="1" dirty="0" smtClean="0"/>
              <a:t>NPM	: 2514375012</a:t>
            </a:r>
            <a:br>
              <a:rPr lang="id-ID" sz="1800" b="1" dirty="0" smtClean="0"/>
            </a:br>
            <a:endParaRPr lang="id-ID" sz="1800" b="1" dirty="0"/>
          </a:p>
        </p:txBody>
      </p:sp>
    </p:spTree>
    <p:extLst>
      <p:ext uri="{BB962C8B-B14F-4D97-AF65-F5344CB8AC3E}">
        <p14:creationId xmlns:p14="http://schemas.microsoft.com/office/powerpoint/2010/main" val="180407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u="sng" dirty="0" smtClean="0"/>
              <a:t>PSEUDOCODE</a:t>
            </a:r>
            <a:endParaRPr lang="id-ID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Mulai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Tampilkan </a:t>
            </a:r>
            <a:r>
              <a:rPr lang="id-ID" b="1" dirty="0">
                <a:solidFill>
                  <a:srgbClr val="00B050"/>
                </a:solidFill>
              </a:rPr>
              <a:t>"Masukkan sebuah bilangan: "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Input bilangan</a:t>
            </a:r>
          </a:p>
          <a:p>
            <a:endParaRPr lang="id-ID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Jika bilangan &gt; 0 Maka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    Tampilkan </a:t>
            </a:r>
            <a:r>
              <a:rPr lang="id-ID" b="1" dirty="0">
                <a:solidFill>
                  <a:srgbClr val="00B050"/>
                </a:solidFill>
              </a:rPr>
              <a:t>"Bilangan adalah positif"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Jika tidak, jika bilangan &lt; 0 Maka</a:t>
            </a:r>
          </a:p>
          <a:p>
            <a:endParaRPr lang="id-ID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b="1" dirty="0" smtClean="0">
                <a:solidFill>
                  <a:schemeClr val="accent6">
                    <a:lumMod val="50000"/>
                  </a:schemeClr>
                </a:solidFill>
              </a:rPr>
              <a:t>Tampilkan </a:t>
            </a:r>
            <a:r>
              <a:rPr lang="id-ID" b="1" dirty="0">
                <a:solidFill>
                  <a:srgbClr val="00B050"/>
                </a:solidFill>
              </a:rPr>
              <a:t>"Bilangan adalah negatif"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Jika tidak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    Tampilkan </a:t>
            </a:r>
            <a:r>
              <a:rPr lang="id-ID" b="1" dirty="0">
                <a:solidFill>
                  <a:srgbClr val="00B050"/>
                </a:solidFill>
              </a:rPr>
              <a:t>"Bilangan adalah nol"</a:t>
            </a: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    Akhiri jika</a:t>
            </a:r>
          </a:p>
          <a:p>
            <a:endParaRPr lang="id-ID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id-ID" b="1" dirty="0">
                <a:solidFill>
                  <a:schemeClr val="accent6">
                    <a:lumMod val="50000"/>
                  </a:schemeClr>
                </a:solidFill>
              </a:rPr>
              <a:t>Selesai</a:t>
            </a:r>
          </a:p>
          <a:p>
            <a:endParaRPr lang="id-ID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32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8800" b="1" u="sng" dirty="0" smtClean="0"/>
              <a:t>TERIMAKASI</a:t>
            </a:r>
            <a:endParaRPr lang="id-ID" sz="8800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1575955"/>
          </a:xfrm>
        </p:spPr>
        <p:txBody>
          <a:bodyPr>
            <a:normAutofit fontScale="92500"/>
          </a:bodyPr>
          <a:lstStyle/>
          <a:p>
            <a:pPr algn="l"/>
            <a:r>
              <a:rPr lang="id-ID" dirty="0" smtClean="0"/>
              <a:t>UNIVERSITAS	: PANCA BUDI</a:t>
            </a:r>
            <a:br>
              <a:rPr lang="id-ID" dirty="0" smtClean="0"/>
            </a:br>
            <a:r>
              <a:rPr lang="id-ID" dirty="0" smtClean="0"/>
              <a:t>PRODI			: SISTEM INFORMASI</a:t>
            </a:r>
            <a:br>
              <a:rPr lang="id-ID" dirty="0" smtClean="0"/>
            </a:br>
            <a:r>
              <a:rPr lang="id-ID" dirty="0" smtClean="0"/>
              <a:t>NPM			: 2514375012</a:t>
            </a:r>
            <a:br>
              <a:rPr lang="id-ID" dirty="0" smtClean="0"/>
            </a:br>
            <a:r>
              <a:rPr lang="id-ID" dirty="0" smtClean="0"/>
              <a:t>FAKULTAS		: FAKULTAS SAINS DAN TEKNOLOGI DIGITAL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001061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128</TotalTime>
  <Words>181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“Mencari Luas Segitiga”</vt:lpstr>
      <vt:lpstr>ALGORITMA</vt:lpstr>
      <vt:lpstr>PSEUDOCODE</vt:lpstr>
      <vt:lpstr>PYTON</vt:lpstr>
      <vt:lpstr>TERIMAKASI</vt:lpstr>
      <vt:lpstr>Bilangan Positif, Negatif, atau Nol</vt:lpstr>
      <vt:lpstr>PSEUDOCODE</vt:lpstr>
      <vt:lpstr>TERIMAKASI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“Mencari Luas Segitiga”</dc:title>
  <dc:creator>WIN 10</dc:creator>
  <cp:lastModifiedBy>WIN 10</cp:lastModifiedBy>
  <cp:revision>6</cp:revision>
  <dcterms:created xsi:type="dcterms:W3CDTF">2025-10-14T16:43:08Z</dcterms:created>
  <dcterms:modified xsi:type="dcterms:W3CDTF">2025-10-14T18:58:23Z</dcterms:modified>
</cp:coreProperties>
</file>